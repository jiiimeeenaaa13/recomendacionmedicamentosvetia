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PT Sans Narrow"/>
      <p:regular r:id="rId10"/>
      <p:bold r:id="rId11"/>
    </p:embeddedFont>
    <p:embeddedFont>
      <p:font typeface="Open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TSansNarrow-bold.fntdata"/><Relationship Id="rId10" Type="http://schemas.openxmlformats.org/officeDocument/2006/relationships/font" Target="fonts/PTSansNarrow-regular.fntdata"/><Relationship Id="rId13" Type="http://schemas.openxmlformats.org/officeDocument/2006/relationships/font" Target="fonts/OpenSans-bold.fntdata"/><Relationship Id="rId12" Type="http://schemas.openxmlformats.org/officeDocument/2006/relationships/font" Target="fonts/Open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boldItalic.fntdata"/><Relationship Id="rId14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3e5de9cf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3e5de9cf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3e5de9cf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3e5de9cf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3e5de9cf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3e5de9cf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51800" y="1396275"/>
            <a:ext cx="85206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311700" y="685275"/>
            <a:ext cx="8520600" cy="215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Sistema de Recomendación de Medicamentos veterinarios (IA)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398300" y="2841375"/>
            <a:ext cx="8520600" cy="10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Sistemas de Información y </a:t>
            </a:r>
            <a:r>
              <a:rPr lang="es"/>
              <a:t>Gestión</a:t>
            </a:r>
            <a:r>
              <a:rPr lang="es"/>
              <a:t> de Negocios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Universidad de León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Grado en </a:t>
            </a:r>
            <a:r>
              <a:rPr lang="es"/>
              <a:t>INGENIERÍA</a:t>
            </a:r>
            <a:r>
              <a:rPr lang="es"/>
              <a:t> </a:t>
            </a:r>
            <a:r>
              <a:rPr lang="es"/>
              <a:t>INFORMÁTICA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Jimena Onrubia Álvarez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-814475" y="2652375"/>
            <a:ext cx="426900" cy="330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225075" y="1884950"/>
            <a:ext cx="8176800" cy="20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❖"/>
            </a:pPr>
            <a:r>
              <a:rPr lang="es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Fragmentación de información : Consultas en prospectos en papel o bases de datos lentas o de búsqueda limitada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❖"/>
            </a:pPr>
            <a:r>
              <a:rPr lang="es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Riesgo de alucinaciones : IAs genéricas inventan dosis, medicamentos inexistentes o sin autorizar , datos incorrectos etc  </a:t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3500" y="0"/>
            <a:ext cx="1040502" cy="1040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Solución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 flipH="1">
            <a:off x="-712500" y="2327525"/>
            <a:ext cx="5694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3500" y="0"/>
            <a:ext cx="1040502" cy="1040502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/>
        </p:nvSpPr>
        <p:spPr>
          <a:xfrm>
            <a:off x="239025" y="1462650"/>
            <a:ext cx="7819500" cy="28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❖"/>
            </a:pPr>
            <a:r>
              <a:rPr lang="es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RAG ( Retrieval-Augmented Generation )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búsqueda de datos reales + IA para redacción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❖"/>
            </a:pPr>
            <a:r>
              <a:rPr lang="es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Flujo 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➢"/>
            </a:pPr>
            <a:r>
              <a:rPr lang="es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Groq intérprete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➢"/>
            </a:pPr>
            <a:r>
              <a:rPr lang="es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Motor busca medicamento respecto a la consulta en la base de datos local/ grafo de conocimiento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➢"/>
            </a:pPr>
            <a:r>
              <a:rPr lang="es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Groq redacta informe clínico profesional 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Tecnologías y herramientas </a:t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 flipH="1">
            <a:off x="-1297225" y="3421200"/>
            <a:ext cx="10404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-28289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es"/>
              <a:t>Python 3.12</a:t>
            </a:r>
            <a:endParaRPr/>
          </a:p>
          <a:p>
            <a:pPr indent="-28289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es"/>
              <a:t>Groq API (Llama-3.3-70b)</a:t>
            </a:r>
            <a:endParaRPr/>
          </a:p>
          <a:p>
            <a:pPr indent="-28289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es"/>
              <a:t>Streamlit - Interfaz gráfica</a:t>
            </a:r>
            <a:endParaRPr/>
          </a:p>
          <a:p>
            <a:pPr indent="-28289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es"/>
              <a:t>JSON - Grafo de conocimiento</a:t>
            </a:r>
            <a:endParaRPr/>
          </a:p>
          <a:p>
            <a:pPr indent="-28289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es"/>
              <a:t>Selenium -Scraping de CIMAVET</a:t>
            </a:r>
            <a:endParaRPr/>
          </a:p>
          <a:p>
            <a:pPr indent="-28289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es"/>
              <a:t>Login + Seguridad </a:t>
            </a:r>
            <a:endParaRPr/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3500" y="0"/>
            <a:ext cx="1040502" cy="104050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 txBox="1"/>
          <p:nvPr/>
        </p:nvSpPr>
        <p:spPr>
          <a:xfrm>
            <a:off x="228200" y="1971575"/>
            <a:ext cx="78021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❖"/>
            </a:pPr>
            <a:r>
              <a:rPr lang="es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Python 3.12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❖"/>
            </a:pPr>
            <a:r>
              <a:rPr lang="es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Groq API (Llama-3.3-70b)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❖"/>
            </a:pPr>
            <a:r>
              <a:rPr lang="es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Streamlit - Interfaz gráfica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❖"/>
            </a:pPr>
            <a:r>
              <a:rPr lang="es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JSON - Grafo de conocimiento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❖"/>
            </a:pPr>
            <a:r>
              <a:rPr lang="es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Selenium -Scraping de CIMAVET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❖"/>
            </a:pPr>
            <a:r>
              <a:rPr lang="es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Login + Seguridad 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